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5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A4259-8EBA-E659-9322-7809A22B4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141F86-D729-5D0C-0234-B57D56703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A394E-A3BB-CE71-B2A8-867A9FF2C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42A81E-4B15-298C-52C9-D251BDF9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58CA5C-BFE8-D970-E64F-E256386A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47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15D41-B228-E843-850C-6A9046FF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4A0797-53DA-8F13-FDC3-84EE18BCF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BE7DB-69EC-6A2C-58FD-B1C5B9CA7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37DFE4-9751-DCB6-8DFA-E40BA038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04FA1E-5395-3726-882E-422C5548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367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28CD3-0D85-2EB7-FC60-D9604F4D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0E0F37-B19C-B6C8-2614-E90AC0793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DDFDAE-D0BB-13E8-3C4E-7490261C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4E954D-0931-318E-DFFD-B8938CAE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A477A2-492B-6FD1-DB20-6D4C3DB4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6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27F1B-CE23-8557-CF6C-4CD10B3B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929196-C2CF-FD90-FA4D-A3D648F35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0A9559-C109-F1E4-D5C2-1EEF9093E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92B019-0AD1-EAE4-AE03-DDB09FC3E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E61921-27C8-4917-65EE-5E53128DB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883294-24D9-B164-96C8-44360DE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08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3A7E0-8529-F0F1-377D-E0F47E30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8396A5-B9EB-D0B1-40BA-7C59245D1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AADB8A-120D-AD07-9A1B-18F748354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B4612C-AAF2-CFD9-2C5F-0B9BC5532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2A91A0-C7CF-C32C-2A84-6DE9B97E6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FAA896-BC0C-E9E5-26E4-50CDE3B92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1A6644-B657-9AC6-7A6C-0D1B3CE3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E45D3E-9FAC-EF82-FE90-3BED7B58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546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AAE78-7961-4577-797F-55BEFA06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2081EE-3788-AD04-E2E8-916A41E9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FB13CA-7ED8-5EC3-6E8C-26D2ADC3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F353EE-532D-BD9F-88CF-9190241D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3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19D368-FE50-04DD-E92F-AED8F773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9E2ED0-487D-CA9F-038B-7201BFA2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79539C-0F78-790F-9944-66C38F87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31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8FC28-A771-95A9-8CB2-8FE90AA39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F5373F-043D-4FE2-E124-EF4949F36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6DDDFD-6BC7-F71A-99C1-83EA31CBB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D6A18D-EFE4-4F12-9D4A-92ADAF74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87521A-E3B8-729E-684F-E0F9B708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A54C52-A965-C438-D035-B1C8EE4C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5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B0145-105E-8F07-06CA-C9F2488A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A52C9C-08DB-BC1D-EB13-9B0FC0BAD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AB90AE-BAF0-1418-781F-07FF54C39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759AB9-6BFD-0016-50F2-618E8D61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3B8306-0D39-EAF0-F008-6D1083E6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CF69FC-F07A-1C72-85DE-A007A0913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12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3EA9B-E1F9-35E7-705A-E886855A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760E27-9705-3C5A-6B50-419CB6E04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4E8C4-F629-27CF-E6E2-E55F5567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2E5878-41FA-21DE-610C-399F059E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693C25-CE7F-A153-B894-20203BCE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99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974AB8-A701-0EC8-CB1D-5922BE4ED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630DC2-7C53-2D46-6561-6BF994A00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EF7C52-B1A7-E0A3-656F-DBD72C52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782C3-69A4-18C8-CDE7-E58478D4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63E6E4-4BA5-6B0C-D474-F94B2EED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72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55978E-86EC-A94A-8594-2C11D531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FFC0FE-4899-3630-9361-C49979A4E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151490-2223-0399-501E-8A24C8AA6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6F785-B5CA-4030-9468-8E2E2F66F80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06A2FB-2818-1BAA-52A1-FA049B06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DB83D-FBD0-CE0C-E83E-E54DFD811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76752-EEDE-496D-8CCC-193C44509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35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6903129-6EAA-1755-0D83-B73744692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846" y="431538"/>
            <a:ext cx="5610225" cy="7905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5FC9FF6-BDF0-4D80-0E8A-FE914CF2C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3732"/>
            <a:ext cx="6856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083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 Li</dc:creator>
  <cp:lastModifiedBy>Yue Li</cp:lastModifiedBy>
  <cp:revision>1</cp:revision>
  <dcterms:created xsi:type="dcterms:W3CDTF">2026-02-11T09:52:11Z</dcterms:created>
  <dcterms:modified xsi:type="dcterms:W3CDTF">2026-02-12T03:21:29Z</dcterms:modified>
</cp:coreProperties>
</file>